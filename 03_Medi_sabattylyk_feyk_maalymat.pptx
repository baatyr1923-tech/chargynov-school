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914400"/>
            <a:ext cx="128016" cy="5029200"/>
          </a:xfrm>
          <a:prstGeom prst="rect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E7B54B"/>
                </a:solidFill>
                <a:latin typeface="Aptos"/>
              </a:rPr>
              <a:t>3-САБАК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0"/>
            <a:ext cx="9966960" cy="2011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Санариптик медиасабаттуулук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6012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0">
                <a:solidFill>
                  <a:srgbClr val="DCE8E0"/>
                </a:solidFill>
                <a:latin typeface="Aptos"/>
              </a:rPr>
              <a:t>Маалымат булагын талдоо • фейк жаңылык • манипуляцияны таануу</a:t>
            </a:r>
          </a:p>
        </p:txBody>
      </p:sp>
      <p:sp>
        <p:nvSpPr>
          <p:cNvPr id="6" name="Oval 5"/>
          <p:cNvSpPr/>
          <p:nvPr/>
        </p:nvSpPr>
        <p:spPr>
          <a:xfrm>
            <a:off x="9738360" y="4251960"/>
            <a:ext cx="1325880" cy="1325880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7232" y="4517136"/>
            <a:ext cx="1078992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3000" b="1">
                <a:solidFill>
                  <a:srgbClr val="185341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№35 Жумабек Чаргынов атындагы орто билим берүү мектеби • 8-класс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Медиасабаттуулук деген эмне?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Медиасабаттуулук — маалыматты табуу, түшүнүү, талдоо жана баалоо жөндөмү.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Маалымат жаңылык сайтынан, социалдык тармактан, видеодон же билдирүүдөн келиши мүмкүн.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Көргөн же уккан маалыматты дароо чын деп кабыл албайбыз.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623560"/>
            <a:ext cx="10972800" cy="640080"/>
          </a:xfrm>
          <a:prstGeom prst="roundRect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751576"/>
            <a:ext cx="105613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5341"/>
                </a:solidFill>
                <a:latin typeface="Aptos"/>
              </a:rPr>
              <a:t>Негизги көндүм: токто — текшер — анан бөлүш.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Маалымат булагын кантип текшеребиз?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Автор ким? Уюм же сайт тууралуу маалымат барбы?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Жарыяланган күнү качан? Эски маалымат жаңыдай көрсөтүлгөн жокпу?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Далил, документ же түз цитата берилгенби?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023360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Башка ишенимдүү булактар да ушул маалыматты ырастайбы?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74519"/>
            <a:ext cx="38862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057400"/>
            <a:ext cx="33375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85341"/>
                </a:solidFill>
                <a:latin typeface="Aptos"/>
              </a:rPr>
              <a:t>Текшерүү тизмеси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9748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185341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06624"/>
            <a:ext cx="25603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23302B"/>
                </a:solidFill>
                <a:latin typeface="Aptos"/>
              </a:rPr>
              <a:t>Ким жарыялады?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41071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346691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19856"/>
            <a:ext cx="25603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23302B"/>
                </a:solidFill>
                <a:latin typeface="Aptos"/>
              </a:rPr>
              <a:t>Далили барбы?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123944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E7B54B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133088"/>
            <a:ext cx="25603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23302B"/>
                </a:solidFill>
                <a:latin typeface="Aptos"/>
              </a:rPr>
              <a:t>Башка булак тастыктайбы?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Фейк маалымат деген эмне?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Фейк — жалган же адаштыруучу маалымат.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Ал атайылап тарашы мүмкүн же жаңылыштыктан пайда болушу мүмкүн.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Белгилери: өтө сенсациялуу аталыш, булагы жок доомат, далилсиз сүрөт же шашылыш бөлүшүүгө чакыруу.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623560"/>
            <a:ext cx="10972800" cy="640080"/>
          </a:xfrm>
          <a:prstGeom prst="roundRect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751576"/>
            <a:ext cx="105613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5341"/>
                </a:solidFill>
                <a:latin typeface="Aptos"/>
              </a:rPr>
              <a:t>Бир эле белги маалыматтын жалган экенин толук далилдебейт — кошумча текшер.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Манипуляцияны таануу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Коркутуу же ашыкча кубантуу аркылуу тез чечим кабыл алдыруу.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«Баары билет», «дароо бөлүш», «акыркы мүмкүнчүлүк» сыяктуу басымдуу сөздөр.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Бир тараптуу маалымат берүү же маанилүү жагдайларды жашыруу.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023360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Сүрөттү же видеону контексттен бөлүп көрсөтүү.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623560"/>
            <a:ext cx="10972800" cy="640080"/>
          </a:xfrm>
          <a:prstGeom prst="roundRect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751576"/>
            <a:ext cx="105613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5341"/>
                </a:solidFill>
                <a:latin typeface="Aptos"/>
              </a:rPr>
              <a:t>Эмоция күчтүү болсо, маалыматты бөлүшүүдөн мурда тыныгуу жаса.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Практикалык иш: жаңылыкты текшер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Мисал билдирүү: «Эртең бардык мектептер жабылат! Дароо бөлүш!»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1) Билдирүүнүн булагын тап. 2) Расмий маалымат барбы, текшер.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3) Күнү жана аймагы көрсөтүлгөнбү? 4) Башка ишенимдүү булактан салыштыр.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023360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Жыйынтыкты жаз: тастыкталды, тастыкталган жок же кошумча маалымат керек.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74519"/>
            <a:ext cx="38862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057400"/>
            <a:ext cx="33375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85341"/>
                </a:solidFill>
                <a:latin typeface="Aptos"/>
              </a:rPr>
              <a:t>Текшерүү жолу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743200"/>
            <a:ext cx="2468880" cy="438912"/>
          </a:xfrm>
          <a:prstGeom prst="round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07208"/>
            <a:ext cx="2286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Булак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429000"/>
            <a:ext cx="2468880" cy="438912"/>
          </a:xfrm>
          <a:prstGeom prst="roundRect">
            <a:avLst/>
          </a:prstGeom>
          <a:solidFill>
            <a:srgbClr val="346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493008"/>
            <a:ext cx="2286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Далил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114800"/>
            <a:ext cx="2468880" cy="438912"/>
          </a:xfrm>
          <a:prstGeom prst="roundRect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78808"/>
            <a:ext cx="2286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23302B"/>
                </a:solidFill>
                <a:latin typeface="Aptos"/>
              </a:rPr>
              <a:t>Башка булак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Кыска тест жана үй тапшырмасы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1. Фейк маалымат деген эмне?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2. Булакты текшерүүдө кайсы үч суроо берилет?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3. Эмне үчүн маалыматты дароо бөлүшпөш керек?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023360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Үй тапшырмасы: бир жаңылыкты тандап, булагын жана далилдерин текшерип кел.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623560"/>
            <a:ext cx="10972800" cy="640080"/>
          </a:xfrm>
          <a:prstGeom prst="roundRect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751576"/>
            <a:ext cx="105613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5341"/>
                </a:solidFill>
                <a:latin typeface="Aptos"/>
              </a:rPr>
              <a:t>Жоопторду далил менен түшүндүр: эмне үчүн ишендиң же эмне үчүн күмөн санайсың?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